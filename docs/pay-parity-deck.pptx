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 Parity lets an employer prove pay-gap compliance for a job category and publish only the verdict. About 30 seconds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directive creates a real tension. Proof requires the data, and the data is sensitive. A spreadsheet sent to an auditor also leaves no tamper-evident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idea in one slide. The right column never leaves the employer. A test in the repo checks the public state for every salary, as decimals and as the bytes the ledger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ledger state is the sealed employer authority, a counter and the audits map. Private state is the key, the batch and the salt, supplied through witnesses.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live if possible: load the example, submit, change the female salaries, submit again, then remove two women and submit to show the rejection.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ordering bug found while preparing screenshots: the ledger map does not iterate in insertion order, so the log is now sorted by sequence number, with a test that fails without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market figures here on purpose. The audience is employers subject to the directive, and the first step is a pilot with one employer.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the limits. They are the roadmap for Wave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Parity</a:t>
            </a:r>
            <a:endParaRPr lang="en-US" sz="64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2918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 job category's gender pay gap is under 5%,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publishing a single salary.</a:t>
            </a:r>
            <a:endParaRPr lang="en-US" sz="2400" dirty="0"/>
          </a:p>
        </p:txBody>
      </p:sp>
      <p:sp>
        <p:nvSpPr>
          <p:cNvPr id="4" name="Event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Buildathon, Wave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needs proof, and proof needs payroll</a:t>
            </a:r>
            <a:endParaRPr lang="en-US" sz="3600" dirty="0"/>
          </a:p>
        </p:txBody>
      </p:sp>
      <p:sp>
        <p:nvSpPr>
          <p:cNvPr id="3" name="Rule"/>
          <p:cNvSpPr txBox="1"/>
          <p:nvPr/>
        </p:nvSpPr>
        <p:spPr>
          <a:xfrm>
            <a:off x="731520" y="17373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Pay Transparency Directive (2023/970) makes employers report gender pay gaps. An unexplained gap of 5% or more in a job category triggers a joint pay assessment.</a:t>
            </a:r>
            <a:endParaRPr lang="en-US" sz="1800" dirty="0"/>
          </a:p>
        </p:txBody>
      </p:sp>
      <p:sp>
        <p:nvSpPr>
          <p:cNvPr id="4" name="Conflict"/>
          <p:cNvSpPr txBox="1"/>
          <p:nvPr/>
        </p:nvSpPr>
        <p:spPr>
          <a:xfrm>
            <a:off x="731520" y="39319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conflict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worker representatives need evidence. Employers can't put payroll on a public ledger, and in a small category an average can point at one person.</a:t>
            </a:r>
            <a:endParaRPr lang="en-US" sz="1800" dirty="0"/>
          </a:p>
        </p:txBody>
      </p:sp>
      <p:sp>
        <p:nvSpPr>
          <p:cNvPr id="5" name="Card regulators"/>
          <p:cNvSpPr/>
          <p:nvPr/>
        </p:nvSpPr>
        <p:spPr>
          <a:xfrm>
            <a:off x="6583680" y="1737360"/>
            <a:ext cx="4846320" cy="1645920"/>
          </a:xfrm>
          <a:prstGeom prst="roundRect">
            <a:avLst>
              <a:gd name="adj" fmla="val 444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6" name="Regulators text"/>
          <p:cNvSpPr txBox="1"/>
          <p:nvPr/>
        </p:nvSpPr>
        <p:spPr>
          <a:xfrm>
            <a:off x="6858000" y="19202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workers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check the gap is real and the record can't be rewritten.</a:t>
            </a:r>
            <a:endParaRPr lang="en-US" sz="1600" dirty="0"/>
          </a:p>
        </p:txBody>
      </p:sp>
      <p:sp>
        <p:nvSpPr>
          <p:cNvPr id="7" name="Card employers"/>
          <p:cNvSpPr/>
          <p:nvPr/>
        </p:nvSpPr>
        <p:spPr>
          <a:xfrm>
            <a:off x="6583680" y="3931920"/>
            <a:ext cx="4846320" cy="1645920"/>
          </a:xfrm>
          <a:prstGeom prst="roundRect">
            <a:avLst>
              <a:gd name="adj" fmla="val 444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Employers text"/>
          <p:cNvSpPr txBox="1"/>
          <p:nvPr/>
        </p:nvSpPr>
        <p:spPr>
          <a:xfrm>
            <a:off x="6858000" y="41148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and employees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want individual salaries visible to anyone, including the auditor.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ledger sees, and what it doesn't</a:t>
            </a:r>
            <a:endParaRPr lang="en-US" sz="3600" dirty="0"/>
          </a:p>
        </p:txBody>
      </p:sp>
      <p:sp>
        <p:nvSpPr>
          <p:cNvPr id="3" name="Card 0"/>
          <p:cNvSpPr/>
          <p:nvPr/>
        </p:nvSpPr>
        <p:spPr>
          <a:xfrm>
            <a:off x="73152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EEF1F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4" name="Head 0"/>
          <p:cNvSpPr txBox="1"/>
          <p:nvPr/>
        </p:nvSpPr>
        <p:spPr>
          <a:xfrm>
            <a:off x="105156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public ledger</a:t>
            </a:r>
            <a:endParaRPr lang="en-US" sz="2000" dirty="0"/>
          </a:p>
        </p:txBody>
      </p:sp>
      <p:sp>
        <p:nvSpPr>
          <p:cNvPr id="5" name="List 0"/>
          <p:cNvSpPr txBox="1"/>
          <p:nvPr/>
        </p:nvSpPr>
        <p:spPr>
          <a:xfrm>
            <a:off x="1051560" y="260604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under 5%, or 5% or more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in the audit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category and year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commitment to the payroll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attempt, including failures</a:t>
            </a:r>
            <a:endParaRPr lang="en-US" sz="1600" dirty="0"/>
          </a:p>
        </p:txBody>
      </p:sp>
      <p:sp>
        <p:nvSpPr>
          <p:cNvPr id="6" name="Card 1"/>
          <p:cNvSpPr/>
          <p:nvPr/>
        </p:nvSpPr>
        <p:spPr>
          <a:xfrm>
            <a:off x="630936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7" name="Head 1"/>
          <p:cNvSpPr txBox="1"/>
          <p:nvPr/>
        </p:nvSpPr>
        <p:spPr>
          <a:xfrm>
            <a:off x="662940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on the employer's machine</a:t>
            </a:r>
            <a:endParaRPr lang="en-US" sz="2000" dirty="0"/>
          </a:p>
        </p:txBody>
      </p:sp>
      <p:sp>
        <p:nvSpPr>
          <p:cNvPr id="8" name="List 1"/>
          <p:cNvSpPr txBox="1"/>
          <p:nvPr/>
        </p:nvSpPr>
        <p:spPr>
          <a:xfrm>
            <a:off x="6629400" y="260604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salary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earns what, by gender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employer's secret key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salt behind the commitment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payroll file itself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on Midnight</a:t>
            </a:r>
            <a:endParaRPr lang="en-US" sz="3600" dirty="0"/>
          </a:p>
        </p:txBody>
      </p:sp>
      <p:sp>
        <p:nvSpPr>
          <p:cNvPr id="3" name="Step 1 marker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1F3556"/>
          </a:solidFill>
          <a:ln w="12700">
            <a:solidFill>
              <a:srgbClr val="1F3556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tep 1 head"/>
          <p:cNvSpPr txBox="1"/>
          <p:nvPr/>
        </p:nvSpPr>
        <p:spPr>
          <a:xfrm>
            <a:off x="73152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input</a:t>
            </a:r>
            <a:endParaRPr lang="en-US" sz="2000" dirty="0"/>
          </a:p>
        </p:txBody>
      </p:sp>
      <p:sp>
        <p:nvSpPr>
          <p:cNvPr id="6" name="Step 1 body"/>
          <p:cNvSpPr txBox="1"/>
          <p:nvPr/>
        </p:nvSpPr>
        <p:spPr>
          <a:xfrm>
            <a:off x="731520" y="32004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Witnesses hand the circuit up to eight pay records, the employer key and a salt. They never leave the machine.</a:t>
            </a:r>
            <a:endParaRPr lang="en-US" sz="1500" dirty="0"/>
          </a:p>
        </p:txBody>
      </p:sp>
      <p:sp>
        <p:nvSpPr>
          <p:cNvPr id="7" name="Step 2 marker"/>
          <p:cNvSpPr/>
          <p:nvPr/>
        </p:nvSpPr>
        <p:spPr>
          <a:xfrm>
            <a:off x="3429000" y="1828800"/>
            <a:ext cx="640080" cy="640080"/>
          </a:xfrm>
          <a:prstGeom prst="ellipse">
            <a:avLst/>
          </a:prstGeom>
          <a:solidFill>
            <a:srgbClr val="1F3556"/>
          </a:solidFill>
          <a:ln w="12700">
            <a:solidFill>
              <a:srgbClr val="1F3556"/>
            </a:solidFill>
            <a:prstDash val="solid"/>
          </a:ln>
        </p:spPr>
      </p:sp>
      <p:sp>
        <p:nvSpPr>
          <p:cNvPr id="8" name="Step 2 number"/>
          <p:cNvSpPr txBox="1"/>
          <p:nvPr/>
        </p:nvSpPr>
        <p:spPr>
          <a:xfrm>
            <a:off x="34290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Step 2 head"/>
          <p:cNvSpPr txBox="1"/>
          <p:nvPr/>
        </p:nvSpPr>
        <p:spPr>
          <a:xfrm>
            <a:off x="342900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checks</a:t>
            </a:r>
            <a:endParaRPr lang="en-US" sz="2000" dirty="0"/>
          </a:p>
        </p:txBody>
      </p:sp>
      <p:sp>
        <p:nvSpPr>
          <p:cNvPr id="10" name="Step 2 body"/>
          <p:cNvSpPr txBox="1"/>
          <p:nvPr/>
        </p:nvSpPr>
        <p:spPr>
          <a:xfrm>
            <a:off x="3429000" y="32004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and counts per group, at least two people each, and average female pay above 95% of average male pay.</a:t>
            </a:r>
            <a:endParaRPr lang="en-US" sz="1500" dirty="0"/>
          </a:p>
        </p:txBody>
      </p:sp>
      <p:sp>
        <p:nvSpPr>
          <p:cNvPr id="11" name="Step 3 marker"/>
          <p:cNvSpPr/>
          <p:nvPr/>
        </p:nvSpPr>
        <p:spPr>
          <a:xfrm>
            <a:off x="6126480" y="1828800"/>
            <a:ext cx="640080" cy="640080"/>
          </a:xfrm>
          <a:prstGeom prst="ellipse">
            <a:avLst/>
          </a:prstGeom>
          <a:solidFill>
            <a:srgbClr val="1F3556"/>
          </a:solidFill>
          <a:ln w="12700">
            <a:solidFill>
              <a:srgbClr val="1F3556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61264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Step 3 head"/>
          <p:cNvSpPr txBox="1"/>
          <p:nvPr/>
        </p:nvSpPr>
        <p:spPr>
          <a:xfrm>
            <a:off x="612648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disclosure</a:t>
            </a:r>
            <a:endParaRPr lang="en-US" sz="2000" dirty="0"/>
          </a:p>
        </p:txBody>
      </p:sp>
      <p:sp>
        <p:nvSpPr>
          <p:cNvPr id="14" name="Step 3 body"/>
          <p:cNvSpPr txBox="1"/>
          <p:nvPr/>
        </p:nvSpPr>
        <p:spPr>
          <a:xfrm>
            <a:off x="6126480" y="32004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verdict and headcount are marked disclose(). The compiler refuses to publish anything else.</a:t>
            </a:r>
            <a:endParaRPr lang="en-US" sz="1500" dirty="0"/>
          </a:p>
        </p:txBody>
      </p:sp>
      <p:sp>
        <p:nvSpPr>
          <p:cNvPr id="15" name="Step 4 marker"/>
          <p:cNvSpPr/>
          <p:nvPr/>
        </p:nvSpPr>
        <p:spPr>
          <a:xfrm>
            <a:off x="8823960" y="1828800"/>
            <a:ext cx="640080" cy="640080"/>
          </a:xfrm>
          <a:prstGeom prst="ellipse">
            <a:avLst/>
          </a:prstGeom>
          <a:solidFill>
            <a:srgbClr val="1F3556"/>
          </a:solidFill>
          <a:ln w="12700">
            <a:solidFill>
              <a:srgbClr val="1F3556"/>
            </a:solidFill>
            <a:prstDash val="solid"/>
          </a:ln>
        </p:spPr>
      </p:sp>
      <p:sp>
        <p:nvSpPr>
          <p:cNvPr id="16" name="Step 4 number"/>
          <p:cNvSpPr txBox="1"/>
          <p:nvPr/>
        </p:nvSpPr>
        <p:spPr>
          <a:xfrm>
            <a:off x="8823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Step 4 head"/>
          <p:cNvSpPr txBox="1"/>
          <p:nvPr/>
        </p:nvSpPr>
        <p:spPr>
          <a:xfrm>
            <a:off x="882396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 to the log</a:t>
            </a:r>
            <a:endParaRPr lang="en-US" sz="2000" dirty="0"/>
          </a:p>
        </p:txBody>
      </p:sp>
      <p:sp>
        <p:nvSpPr>
          <p:cNvPr id="18" name="Step 4 body"/>
          <p:cNvSpPr txBox="1"/>
          <p:nvPr/>
        </p:nvSpPr>
        <p:spPr>
          <a:xfrm>
            <a:off x="8823960" y="32004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result, with persistentCommit(payroll, salt), is added to a public append-only map.</a:t>
            </a:r>
            <a:endParaRPr lang="en-US" sz="1500" dirty="0"/>
          </a:p>
        </p:txBody>
      </p:sp>
      <p:sp>
        <p:nvSpPr>
          <p:cNvPr id="19" name="Note card"/>
          <p:cNvSpPr/>
          <p:nvPr/>
        </p:nvSpPr>
        <p:spPr>
          <a:xfrm>
            <a:off x="731520" y="5349240"/>
            <a:ext cx="10725912" cy="868680"/>
          </a:xfrm>
          <a:prstGeom prst="roundRect">
            <a:avLst>
              <a:gd name="adj" fmla="val 842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0" name="Note text"/>
          <p:cNvSpPr txBox="1"/>
          <p:nvPr/>
        </p:nvSpPr>
        <p:spPr>
          <a:xfrm>
            <a:off x="1005840" y="5349240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commitment binds the employer to the payroll they audited. If the real payroll and salt are produced later, anyone can recompute it and check it against the ledger.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demo</a:t>
            </a:r>
            <a:endParaRPr lang="en-US" sz="3600" dirty="0"/>
          </a:p>
        </p:txBody>
      </p:sp>
      <p:pic>
        <p:nvPicPr>
          <p:cNvPr id="3" name="Screenshot" descr="C:/dev/pay-parity/docs/demo-ch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6217920" cy="4736592"/>
          </a:xfrm>
          <a:prstGeom prst="rect">
            <a:avLst/>
          </a:prstGeom>
        </p:spPr>
      </p:pic>
      <p:sp>
        <p:nvSpPr>
          <p:cNvPr id="4" name="Demo notes"/>
          <p:cNvSpPr txBox="1"/>
          <p:nvPr/>
        </p:nvSpPr>
        <p:spPr>
          <a:xfrm>
            <a:off x="7680960" y="173736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view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pay data. It stays on this machine.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ledger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headcount and a commitment. Failures stay on the record.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rules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under two people are rejected with the contract's own message, and nothing is recorded.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locally, on-chain and live on Preprod</a:t>
            </a:r>
            <a:endParaRPr lang="en-US" sz="3600" dirty="0"/>
          </a:p>
        </p:txBody>
      </p:sp>
      <p:sp>
        <p:nvSpPr>
          <p:cNvPr id="3" name="Stat card 0"/>
          <p:cNvSpPr/>
          <p:nvPr/>
        </p:nvSpPr>
        <p:spPr>
          <a:xfrm>
            <a:off x="731520" y="17830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Stat 0"/>
          <p:cNvSpPr txBox="1"/>
          <p:nvPr/>
        </p:nvSpPr>
        <p:spPr>
          <a:xfrm>
            <a:off x="1005840" y="1920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+ 8</a:t>
            </a:r>
            <a:endParaRPr lang="en-US" sz="6000" dirty="0"/>
          </a:p>
        </p:txBody>
      </p:sp>
      <p:sp>
        <p:nvSpPr>
          <p:cNvPr id="5" name="Stat label 0"/>
          <p:cNvSpPr txBox="1"/>
          <p:nvPr/>
        </p:nvSpPr>
        <p:spPr>
          <a:xfrm>
            <a:off x="1005840" y="3017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plus on-chain tests, all passing</a:t>
            </a:r>
            <a:endParaRPr lang="en-US" sz="1500" dirty="0"/>
          </a:p>
        </p:txBody>
      </p:sp>
      <p:sp>
        <p:nvSpPr>
          <p:cNvPr id="6" name="Stat card 1"/>
          <p:cNvSpPr/>
          <p:nvPr/>
        </p:nvSpPr>
        <p:spPr>
          <a:xfrm>
            <a:off x="4434840" y="17830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Stat 1"/>
          <p:cNvSpPr txBox="1"/>
          <p:nvPr/>
        </p:nvSpPr>
        <p:spPr>
          <a:xfrm>
            <a:off x="4709160" y="1920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8" name="Stat label 1"/>
          <p:cNvSpPr txBox="1"/>
          <p:nvPr/>
        </p:nvSpPr>
        <p:spPr>
          <a:xfrm>
            <a:off x="4709160" y="3017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in public state, checked in-process and read back from the chain</a:t>
            </a:r>
            <a:endParaRPr lang="en-US" sz="1500" dirty="0"/>
          </a:p>
        </p:txBody>
      </p:sp>
      <p:sp>
        <p:nvSpPr>
          <p:cNvPr id="9" name="Stat card 2"/>
          <p:cNvSpPr/>
          <p:nvPr/>
        </p:nvSpPr>
        <p:spPr>
          <a:xfrm>
            <a:off x="8138160" y="17830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Stat 2"/>
          <p:cNvSpPr txBox="1"/>
          <p:nvPr/>
        </p:nvSpPr>
        <p:spPr>
          <a:xfrm>
            <a:off x="8412480" y="1920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6000" dirty="0"/>
          </a:p>
        </p:txBody>
      </p:sp>
      <p:sp>
        <p:nvSpPr>
          <p:cNvPr id="11" name="Stat label 2"/>
          <p:cNvSpPr txBox="1"/>
          <p:nvPr/>
        </p:nvSpPr>
        <p:spPr>
          <a:xfrm>
            <a:off x="8412480" y="3017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pinned: exactly 5% fails, one unit under passes</a:t>
            </a:r>
            <a:endParaRPr lang="en-US" sz="1500" dirty="0"/>
          </a:p>
        </p:txBody>
      </p:sp>
      <p:sp>
        <p:nvSpPr>
          <p:cNvPr id="12" name="QA list"/>
          <p:cNvSpPr txBox="1"/>
          <p:nvPr/>
        </p:nvSpPr>
        <p:spPr>
          <a:xfrm>
            <a:off x="731520" y="438912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Rejections: a group of one, a stranger to the employer, malformed input. Each leaves the ledger untouched.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commitment is binding and hiding: a changed payroll or a new salt changes it.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Midnight Preprod, with two audits recorded by real proven transactions. The on-chain suite does the same on a local network. CI compiles, typechecks and tests on every push.</a:t>
            </a:r>
            <a:endParaRPr lang="en-US" sz="1600" dirty="0"/>
          </a:p>
        </p:txBody>
      </p:sp>
      <p:sp>
        <p:nvSpPr>
          <p:cNvPr id="13" name="Preprod contract"/>
          <p:cNvSpPr txBox="1"/>
          <p:nvPr/>
        </p:nvSpPr>
        <p:spPr>
          <a:xfrm>
            <a:off x="731520" y="61722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Preprod contract f4e684d9e05b892e8427cba2296e08a96c0086cd12fe5c618c3c53064add8d05, searchable at preprod.midnightexplorer.com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needs it, and how it gets adopted</a:t>
            </a:r>
            <a:endParaRPr lang="en-US" sz="3600" dirty="0"/>
          </a:p>
        </p:txBody>
      </p:sp>
      <p:sp>
        <p:nvSpPr>
          <p:cNvPr id="3" name="Who 0"/>
          <p:cNvSpPr txBox="1"/>
          <p:nvPr/>
        </p:nvSpPr>
        <p:spPr>
          <a:xfrm>
            <a:off x="73152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Employers in the EU</a:t>
            </a:r>
            <a:endParaRPr lang="en-US" sz="1900" dirty="0"/>
          </a:p>
        </p:txBody>
      </p:sp>
      <p:sp>
        <p:nvSpPr>
          <p:cNvPr id="4" name="Why 0"/>
          <p:cNvSpPr txBox="1"/>
          <p:nvPr/>
        </p:nvSpPr>
        <p:spPr>
          <a:xfrm>
            <a:off x="4480560" y="17830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compliance teams that must evidence pay-gap compliance without circulating payroll.</a:t>
            </a:r>
            <a:endParaRPr lang="en-US" sz="1600" dirty="0"/>
          </a:p>
        </p:txBody>
      </p:sp>
      <p:sp>
        <p:nvSpPr>
          <p:cNvPr id="5" name="Who 1"/>
          <p:cNvSpPr txBox="1"/>
          <p:nvPr/>
        </p:nvSpPr>
        <p:spPr>
          <a:xfrm>
            <a:off x="731520" y="3017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Auditors and worker representatives</a:t>
            </a:r>
            <a:endParaRPr lang="en-US" sz="1900" dirty="0"/>
          </a:p>
        </p:txBody>
      </p:sp>
      <p:sp>
        <p:nvSpPr>
          <p:cNvPr id="6" name="Why 1"/>
          <p:cNvSpPr txBox="1"/>
          <p:nvPr/>
        </p:nvSpPr>
        <p:spPr>
          <a:xfrm>
            <a:off x="4480560" y="30175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tamper-evident record and a commitment they can check against payroll when it is disclosed to them.</a:t>
            </a:r>
            <a:endParaRPr lang="en-US" sz="1600" dirty="0"/>
          </a:p>
        </p:txBody>
      </p:sp>
      <p:sp>
        <p:nvSpPr>
          <p:cNvPr id="7" name="Who 2"/>
          <p:cNvSpPr txBox="1"/>
          <p:nvPr/>
        </p:nvSpPr>
        <p:spPr>
          <a:xfrm>
            <a:off x="731520" y="42519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and HR vendors</a:t>
            </a:r>
            <a:endParaRPr lang="en-US" sz="1900" dirty="0"/>
          </a:p>
        </p:txBody>
      </p:sp>
      <p:sp>
        <p:nvSpPr>
          <p:cNvPr id="8" name="Why 2"/>
          <p:cNvSpPr txBox="1"/>
          <p:nvPr/>
        </p:nvSpPr>
        <p:spPr>
          <a:xfrm>
            <a:off x="4480560" y="42519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export a batch and sign it, which closes the gap between a proof about supplied data and the true payroll.</a:t>
            </a:r>
            <a:endParaRPr lang="en-US" sz="1600" dirty="0"/>
          </a:p>
        </p:txBody>
      </p:sp>
      <p:sp>
        <p:nvSpPr>
          <p:cNvPr id="9" name="Adoption"/>
          <p:cNvSpPr txBox="1"/>
          <p:nvPr/>
        </p:nvSpPr>
        <p:spPr>
          <a:xfrm>
            <a:off x="731520" y="55321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path: </a:t>
            </a:r>
            <a:pPr indent="0" marL="0">
              <a:buNone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as an add-on next to the existing payroll export, run it per category each reporting year, and extend to signed payroll sources.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today, and what comes next</a:t>
            </a:r>
            <a:endParaRPr lang="en-US" sz="3600" dirty="0"/>
          </a:p>
        </p:txBody>
      </p:sp>
      <p:sp>
        <p:nvSpPr>
          <p:cNvPr id="3" name="Today head"/>
          <p:cNvSpPr txBox="1"/>
          <p:nvPr/>
        </p:nvSpPr>
        <p:spPr>
          <a:xfrm>
            <a:off x="73152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200" dirty="0"/>
          </a:p>
        </p:txBody>
      </p:sp>
      <p:sp>
        <p:nvSpPr>
          <p:cNvPr id="4" name="Today list"/>
          <p:cNvSpPr txBox="1"/>
          <p:nvPr/>
        </p:nvSpPr>
        <p:spPr>
          <a:xfrm>
            <a:off x="731520" y="23317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Preprod, but the two audits use made-up pay data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proves the supplied data meets the rule, not that it is the true payroll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people per audit, whole-number salaries, female and male groups as in the directive's formula</a:t>
            </a:r>
            <a:endParaRPr lang="en-US" sz="1600" dirty="0"/>
          </a:p>
        </p:txBody>
      </p:sp>
      <p:sp>
        <p:nvSpPr>
          <p:cNvPr id="5" name="Next head"/>
          <p:cNvSpPr txBox="1"/>
          <p:nvPr/>
        </p:nvSpPr>
        <p:spPr>
          <a:xfrm>
            <a:off x="630936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</a:t>
            </a:r>
            <a:endParaRPr lang="en-US" sz="2200" dirty="0"/>
          </a:p>
        </p:txBody>
      </p:sp>
      <p:sp>
        <p:nvSpPr>
          <p:cNvPr id="6" name="Next list"/>
          <p:cNvSpPr txBox="1"/>
          <p:nvPr/>
        </p:nvSpPr>
        <p:spPr>
          <a:xfrm>
            <a:off x="6309360" y="23317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a real employer payroll export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several batches into one verdict for large categories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payroll sources checked inside the circuit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self-check with a Merkle inclusion proof</a:t>
            </a:r>
            <a:endParaRPr lang="en-US" sz="1600" dirty="0"/>
          </a:p>
        </p:txBody>
      </p:sp>
      <p:sp>
        <p:nvSpPr>
          <p:cNvPr id="7" name="Repo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github.com/56steve/pay-parity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 Parity</dc:title>
  <dc:subject>PptxGenJS Presentation</dc:subject>
  <dc:creator>56steve</dc:creator>
  <cp:lastModifiedBy>56steve</cp:lastModifiedBy>
  <cp:revision>1</cp:revision>
  <dcterms:created xsi:type="dcterms:W3CDTF">2026-10-15T22:26:40Z</dcterms:created>
  <dcterms:modified xsi:type="dcterms:W3CDTF">2026-10-15T22:26:40Z</dcterms:modified>
</cp:coreProperties>
</file>